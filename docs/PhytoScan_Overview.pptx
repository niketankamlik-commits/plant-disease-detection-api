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Phyto-Scan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Plant Disease Detection API &amp; SaaS</a:t>
            </a:r>
          </a:p>
          <a:p>
            <a:r>
              <a:t>Project Overview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High-Level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Phyto-Scan is a complete Software-as-a-Service (SaaS) web application and API.</a:t>
            </a:r>
          </a:p>
          <a:p>
            <a:pPr>
              <a:defRPr sz="1800"/>
            </a:pPr>
            <a:r>
              <a:t>Backend: Python (FastAPI).</a:t>
            </a:r>
          </a:p>
          <a:p>
            <a:pPr>
              <a:defRPr sz="1800"/>
            </a:pPr>
            <a:r>
              <a:t>Machine Learning: TensorFlow / Keras (EfficientNet).</a:t>
            </a:r>
          </a:p>
          <a:p>
            <a:pPr>
              <a:defRPr sz="1800"/>
            </a:pPr>
            <a:r>
              <a:t>Frontend: Vanilla HTML/CSS/JS.</a:t>
            </a:r>
          </a:p>
          <a:p>
            <a:pPr>
              <a:defRPr sz="1800"/>
            </a:pPr>
            <a:r>
              <a:t>Core Function: Allows users to upload plant leaf images to detect 39 known diseases or healthy plants.</a:t>
            </a:r>
          </a:p>
          <a:p>
            <a:pPr>
              <a:defRPr sz="1800"/>
            </a:pPr>
            <a:r>
              <a:t>Features: User dashboard, API key generation with usage quotas, and prediction history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Architecture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main.py: Central FastAPI server, connects to DB, mounts frontend, registers routes.</a:t>
            </a:r>
          </a:p>
          <a:p>
            <a:pPr>
              <a:defRPr sz="1800"/>
            </a:pPr>
            <a:r>
              <a:t>pred_service/ (AI Engine): Loads EfficientNet model, runs inference, maps results to medicines and precautions via disease_info.py.</a:t>
            </a:r>
          </a:p>
          <a:p>
            <a:pPr>
              <a:defRPr sz="1800"/>
            </a:pPr>
            <a:r>
              <a:t>routers/ (API Endpoints): predict.py (uploads trigger AI), auth.py (logins), apikey.py (quotas).</a:t>
            </a:r>
          </a:p>
          <a:p>
            <a:pPr>
              <a:defRPr sz="1800"/>
            </a:pPr>
            <a:r>
              <a:t>local_db/ (Database): Uses SQLite &amp; SQLAlchemy for User Accounts, API Keys, and Prediction History.</a:t>
            </a:r>
          </a:p>
          <a:p>
            <a:pPr>
              <a:defRPr sz="1800"/>
            </a:pPr>
            <a:r>
              <a:t>frontend/ (UI): Glassmorphism-styled pages (upload, dashboard, login) powered by script.js.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Working Flow: User Onboarding &amp;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1. Registration: A user registers an account securely stored in the SQLite database.</a:t>
            </a:r>
          </a:p>
          <a:p>
            <a:pPr>
              <a:defRPr sz="1800"/>
            </a:pPr>
            <a:r>
              <a:t>2. Dashboard Login: The user logs in and accesses their personal Dashboard.</a:t>
            </a:r>
          </a:p>
          <a:p>
            <a:pPr>
              <a:defRPr sz="1800"/>
            </a:pPr>
            <a:r>
              <a:t>3. API Generation: The user generates an API Key. The backend creates a secure hash connected to their account with a strict usage quota (e.g., 1000 scans limit).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Working Flow: Scanning a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1. Upload: User drops a sick leaf image into the Plant Analysis Portal.</a:t>
            </a:r>
          </a:p>
          <a:p>
            <a:pPr>
              <a:defRPr sz="1800"/>
            </a:pPr>
            <a:r>
              <a:t>2. API Request: Clicking 'Analyze' sends raw image data to the /api/predict backend endpoint.</a:t>
            </a:r>
          </a:p>
          <a:p>
            <a:pPr>
              <a:defRPr sz="1800"/>
            </a:pPr>
            <a:r>
              <a:t>3. Quota Check: If an API Key is used, the backend checks validity and usage limits in the database, incrementing usage if active.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Working Flow: AI Execution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1. AI Inference: pred_service receives the image, runs the EfficientNet model, outputting probability and disease class (e.g., Apple_scab).</a:t>
            </a:r>
          </a:p>
          <a:p>
            <a:pPr>
              <a:defRPr sz="1800"/>
            </a:pPr>
            <a:r>
              <a:t>2. Data Processing: System parses the class, fetching exact Medicine and Precaution details.</a:t>
            </a:r>
          </a:p>
          <a:p>
            <a:pPr>
              <a:defRPr sz="1800"/>
            </a:pPr>
            <a:r>
              <a:t>3. History Logging: The backend saves the scan, confidence, and recommended treatments to the user's history database.</a:t>
            </a:r>
          </a:p>
          <a:p>
            <a:pPr>
              <a:defRPr sz="1800"/>
            </a:pPr>
            <a:r>
              <a:t>4. UI Update: script.js receives JSON data and dynamically expands UI boxes to show diagnosis, medicine, and precautions.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Developer Ready: Integrates purely headlessly via /api/predict using an X-API-KEY header.</a:t>
            </a:r>
          </a:p>
          <a:p>
            <a:pPr>
              <a:defRPr sz="1800"/>
            </a:pPr>
            <a:r>
              <a:t>Smart Filtering: Differentiates 39 conditions, recognizes healthy plants, and detects invalid 'Background without leaves' images.</a:t>
            </a:r>
          </a:p>
          <a:p>
            <a:pPr>
              <a:defRPr sz="1800"/>
            </a:pPr>
            <a:r>
              <a:t>Quota Protection: Built-in safeguards restrict API calls to prevent server stress from normal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